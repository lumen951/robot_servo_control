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16"/>
    <p:sldId id="266" r:id="rId17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</a:defRPr>
            </a:pPr>
            <a:r>
              <a:t>Simulink仿真模型结构</a:t>
            </a:r>
          </a:p>
        </p:txBody>
      </p:sp>
      <p:pic>
        <p:nvPicPr>
          <p:cNvPr id="3" name="Picture 2" descr="屏幕截图 2026-04-21 2224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</a:defRPr>
            </a:pPr>
            <a:r>
              <a:t>仿真结果</a:t>
            </a:r>
          </a:p>
        </p:txBody>
      </p:sp>
      <p:pic>
        <p:nvPicPr>
          <p:cNvPr id="3" name="Picture 2" descr="屏幕截图 2026-04-21 223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7240"/>
            <a:ext cx="4251960" cy="4114800"/>
          </a:xfrm>
          <a:prstGeom prst="rect">
            <a:avLst/>
          </a:prstGeom>
        </p:spPr>
      </p:pic>
      <p:pic>
        <p:nvPicPr>
          <p:cNvPr id="4" name="Picture 3" descr="屏幕截图 2026-04-21 223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777240"/>
            <a:ext cx="425196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2026-04-20T17:18:21Z</dcterms:created>
  <dcterms:modified xsi:type="dcterms:W3CDTF">2026-04-20T17:18:21Z</dcterms:modified>
</cp:coreProperties>
</file>